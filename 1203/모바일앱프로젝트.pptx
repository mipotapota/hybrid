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-77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15D0-D9BD-4FDC-AA20-A2232819C87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30A9A-18DD-441B-8B7A-D399ACC5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47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15D0-D9BD-4FDC-AA20-A2232819C87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30A9A-18DD-441B-8B7A-D399ACC5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54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15D0-D9BD-4FDC-AA20-A2232819C87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30A9A-18DD-441B-8B7A-D399ACC5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579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15D0-D9BD-4FDC-AA20-A2232819C87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30A9A-18DD-441B-8B7A-D399ACC5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282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15D0-D9BD-4FDC-AA20-A2232819C87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30A9A-18DD-441B-8B7A-D399ACC5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62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15D0-D9BD-4FDC-AA20-A2232819C87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30A9A-18DD-441B-8B7A-D399ACC5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016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15D0-D9BD-4FDC-AA20-A2232819C87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30A9A-18DD-441B-8B7A-D399ACC5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374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15D0-D9BD-4FDC-AA20-A2232819C87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30A9A-18DD-441B-8B7A-D399ACC5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447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15D0-D9BD-4FDC-AA20-A2232819C87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30A9A-18DD-441B-8B7A-D399ACC5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893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15D0-D9BD-4FDC-AA20-A2232819C87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30A9A-18DD-441B-8B7A-D399ACC5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48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15D0-D9BD-4FDC-AA20-A2232819C87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30A9A-18DD-441B-8B7A-D399ACC5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566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415D0-D9BD-4FDC-AA20-A2232819C87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30A9A-18DD-441B-8B7A-D399ACC5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53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모바일앱프로젝트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84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전체화면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6868"/>
            <a:ext cx="4996858" cy="514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7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</a:t>
            </a:r>
            <a:r>
              <a:rPr lang="ko-KR" altLang="en-US" dirty="0" smtClean="0"/>
              <a:t>주 </a:t>
            </a:r>
            <a:r>
              <a:rPr lang="en-US" altLang="ko-KR" dirty="0" smtClean="0"/>
              <a:t>(9-3)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6"/>
            <a:ext cx="10519975" cy="207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주 </a:t>
            </a:r>
            <a:r>
              <a:rPr lang="en-US" altLang="ko-KR" dirty="0" smtClean="0"/>
              <a:t>(9-10)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6742"/>
            <a:ext cx="9148638" cy="309494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11691"/>
            <a:ext cx="9148638" cy="220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0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 smtClean="0"/>
              <a:t>주 </a:t>
            </a:r>
            <a:r>
              <a:rPr lang="en-US" altLang="ko-KR" dirty="0" smtClean="0"/>
              <a:t>(9-17)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43" y="1825625"/>
            <a:ext cx="6143677" cy="30134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720" y="1825625"/>
            <a:ext cx="5528946" cy="472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7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ko-KR" altLang="en-US" dirty="0" smtClean="0"/>
              <a:t>주 </a:t>
            </a:r>
            <a:r>
              <a:rPr lang="en-US" altLang="ko-KR" dirty="0" smtClean="0"/>
              <a:t>(9-24)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825625"/>
            <a:ext cx="10511424" cy="464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90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 smtClean="0"/>
              <a:t>주 </a:t>
            </a:r>
            <a:r>
              <a:rPr lang="en-US" altLang="ko-KR" dirty="0" smtClean="0"/>
              <a:t>(10-1)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061960" cy="437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48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주 </a:t>
            </a:r>
            <a:r>
              <a:rPr lang="en-US" altLang="ko-KR" dirty="0" smtClean="0"/>
              <a:t>(11-5)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9757"/>
            <a:ext cx="5915995" cy="170937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9129"/>
            <a:ext cx="5915995" cy="200106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10195"/>
            <a:ext cx="5915995" cy="171131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543" y="121920"/>
            <a:ext cx="3095134" cy="298720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109129"/>
            <a:ext cx="3092677" cy="377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40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</a:t>
            </a:r>
            <a:r>
              <a:rPr lang="ko-KR" altLang="en-US" dirty="0" smtClean="0"/>
              <a:t>주 </a:t>
            </a:r>
            <a:r>
              <a:rPr lang="en-US" altLang="ko-KR" dirty="0" smtClean="0"/>
              <a:t>(11-12)</a:t>
            </a:r>
            <a:endParaRPr lang="ko-KR" altLang="en-US" dirty="0"/>
          </a:p>
        </p:txBody>
      </p:sp>
      <p:pic>
        <p:nvPicPr>
          <p:cNvPr id="10" name="내용 개체 틀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974962"/>
            <a:ext cx="6232303" cy="116421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8117"/>
            <a:ext cx="6232303" cy="273684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39176"/>
            <a:ext cx="6232303" cy="55281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691994"/>
            <a:ext cx="6232303" cy="116600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0505" y="38871"/>
            <a:ext cx="3260297" cy="327649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0505" y="3311117"/>
            <a:ext cx="3260297" cy="229277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0504" y="5603451"/>
            <a:ext cx="3260301" cy="480763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0503" y="6084214"/>
            <a:ext cx="3260299" cy="77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70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주 </a:t>
            </a:r>
            <a:r>
              <a:rPr lang="en-US" altLang="ko-KR" dirty="0" smtClean="0"/>
              <a:t>(11-19)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10525919" cy="236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954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</a:t>
            </a:r>
            <a:r>
              <a:rPr lang="ko-KR" altLang="en-US" dirty="0" smtClean="0"/>
              <a:t>주 </a:t>
            </a:r>
            <a:r>
              <a:rPr lang="en-US" altLang="ko-KR" dirty="0" smtClean="0"/>
              <a:t>(11-26)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27141" cy="231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80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13</a:t>
            </a:r>
            <a:r>
              <a:rPr lang="ko-KR" altLang="en-US" dirty="0" smtClean="0"/>
              <a:t>주 </a:t>
            </a:r>
            <a:r>
              <a:rPr lang="en-US" altLang="ko-KR" dirty="0" smtClean="0"/>
              <a:t>(12-3)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53" y="1690688"/>
            <a:ext cx="5426095" cy="258193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048" y="1316390"/>
            <a:ext cx="6389426" cy="506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69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점수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(10/10)</a:t>
            </a:r>
          </a:p>
          <a:p>
            <a:pPr lvl="1"/>
            <a:r>
              <a:rPr lang="ko-KR" altLang="en-US" dirty="0" smtClean="0"/>
              <a:t>왜냐하면</a:t>
            </a:r>
            <a:r>
              <a:rPr lang="en-US" altLang="ko-KR" dirty="0"/>
              <a:t>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빠뜨린거</a:t>
            </a:r>
            <a:r>
              <a:rPr lang="ko-KR" altLang="en-US" dirty="0" smtClean="0"/>
              <a:t> 없이 그날그날 업로드를 </a:t>
            </a:r>
            <a:r>
              <a:rPr lang="ko-KR" altLang="en-US" dirty="0" err="1" smtClean="0"/>
              <a:t>했기때문입니다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638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64</Words>
  <Application>Microsoft Office PowerPoint</Application>
  <PresentationFormat>와이드스크린</PresentationFormat>
  <Paragraphs>15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모바일앱프로젝트</vt:lpstr>
      <vt:lpstr>전체화면</vt:lpstr>
      <vt:lpstr>1주 (9-3)</vt:lpstr>
      <vt:lpstr>2주 (9-10)</vt:lpstr>
      <vt:lpstr>3주 (9-17)</vt:lpstr>
      <vt:lpstr>4주 (9-24)</vt:lpstr>
      <vt:lpstr>5주 (10-1)</vt:lpstr>
      <vt:lpstr>10주 (11-5)</vt:lpstr>
      <vt:lpstr>11주 (11-12)</vt:lpstr>
      <vt:lpstr>12주 (11-19)</vt:lpstr>
      <vt:lpstr>12주 (11-26)</vt:lpstr>
      <vt:lpstr>13주 (12-3)</vt:lpstr>
      <vt:lpstr>점수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모바일앱프로젝트</dc:title>
  <dc:creator>USER</dc:creator>
  <cp:lastModifiedBy>USER</cp:lastModifiedBy>
  <cp:revision>3</cp:revision>
  <dcterms:created xsi:type="dcterms:W3CDTF">2025-12-10T04:34:23Z</dcterms:created>
  <dcterms:modified xsi:type="dcterms:W3CDTF">2025-12-10T04:48:36Z</dcterms:modified>
</cp:coreProperties>
</file>