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68" r:id="rId6"/>
    <p:sldId id="269" r:id="rId7"/>
    <p:sldId id="259" r:id="rId8"/>
    <p:sldId id="261" r:id="rId9"/>
    <p:sldId id="262" r:id="rId10"/>
    <p:sldId id="265" r:id="rId11"/>
    <p:sldId id="271" r:id="rId12"/>
    <p:sldId id="264" r:id="rId13"/>
    <p:sldId id="266" r:id="rId14"/>
    <p:sldId id="272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E4747C7-D433-4E06-A557-194C9D2040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>
      <p:cViewPr>
        <p:scale>
          <a:sx n="75" d="100"/>
          <a:sy n="75" d="100"/>
        </p:scale>
        <p:origin x="510" y="-12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en-US" altLang="ko-K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6932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71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5173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3965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3096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hyperlink" Target="https://github.com/rkdalsdn111/hybrid2/blob/main/1201/%EC%A4%91%ED%95%99%EC%83%9D%EB%8F%84%20%EB%94%B0%EB%9D%BC%20%ED%95%98%EB%8A%94%20%ED%94%84%EB%A1%AC%ED%94%84%ED%8A%B8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0" y="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2737" y="1791592"/>
            <a:ext cx="6486525" cy="327466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00675" y="2277367"/>
            <a:ext cx="5190648" cy="1027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675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타로</a:t>
            </a:r>
            <a:r>
              <a:rPr lang="en-US" sz="675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3624262" y="3620392"/>
            <a:ext cx="49434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AI &amp; PWA 기반의 차세대 타로 리딩 플랫폼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624262" y="4332833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팀 </a:t>
            </a:r>
            <a:r>
              <a:rPr lang="en-US" sz="135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GenCoder | 김 산, 이예진, 강민우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9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152570" y="544146"/>
            <a:ext cx="3905909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프로젝트</a:t>
            </a:r>
            <a:r>
              <a:rPr lang="en-US" sz="36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36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개요</a:t>
            </a:r>
            <a:endParaRPr dirty="0"/>
          </a:p>
        </p:txBody>
      </p:sp>
      <p:pic>
        <p:nvPicPr>
          <p:cNvPr id="106" name="그림 10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6066" y="937984"/>
            <a:ext cx="10718915" cy="49820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9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F66F270-0678-401A-ABB2-59188EB25BD7}"/>
              </a:ext>
            </a:extLst>
          </p:cNvPr>
          <p:cNvSpPr/>
          <p:nvPr/>
        </p:nvSpPr>
        <p:spPr>
          <a:xfrm>
            <a:off x="469556" y="1659285"/>
            <a:ext cx="1015725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 err="1">
                <a:solidFill>
                  <a:srgbClr val="22D3E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김산</a:t>
            </a:r>
            <a:r>
              <a:rPr lang="ko-KR" altLang="en-US" sz="3200" b="1" dirty="0">
                <a:solidFill>
                  <a:srgbClr val="22D3E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3200" b="1" dirty="0">
                <a:solidFill>
                  <a:srgbClr val="22D3E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&amp; </a:t>
            </a:r>
            <a:r>
              <a:rPr lang="ko-KR" altLang="en-US" sz="3200" b="1" dirty="0">
                <a:solidFill>
                  <a:srgbClr val="22D3E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이예진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200" dirty="0" err="1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Figma</a:t>
            </a:r>
            <a:r>
              <a:rPr lang="en-US" altLang="ko-KR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UI/UX 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디자인 및 </a:t>
            </a:r>
            <a:r>
              <a:rPr lang="ko-KR" altLang="en-US" sz="3200" dirty="0" err="1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에셋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제작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React </a:t>
            </a:r>
            <a:r>
              <a:rPr lang="ko-KR" altLang="en-US" sz="3200" dirty="0" err="1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프론트엔드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기능 구현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PWA 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 및 </a:t>
            </a:r>
            <a:r>
              <a:rPr lang="en-US" altLang="ko-KR" sz="3200" dirty="0" err="1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DeepSeek</a:t>
            </a:r>
            <a:r>
              <a:rPr lang="en-US" altLang="ko-KR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API 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연동</a:t>
            </a:r>
            <a:endParaRPr lang="en-US" altLang="ko-KR" sz="3200" b="1" dirty="0">
              <a:solidFill>
                <a:srgbClr val="A855F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3200" b="1" dirty="0">
                <a:solidFill>
                  <a:srgbClr val="A855F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강민우</a:t>
            </a:r>
            <a:endParaRPr lang="en-US" altLang="ko-KR" sz="3200" b="1" dirty="0">
              <a:solidFill>
                <a:srgbClr val="A855F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 명세서 및 산출물 문서화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발표 자료</a:t>
            </a:r>
            <a:r>
              <a:rPr lang="en-US" altLang="ko-KR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(PPT) </a:t>
            </a:r>
            <a:r>
              <a:rPr lang="ko-KR" altLang="en-US" sz="3200" dirty="0">
                <a:solidFill>
                  <a:srgbClr val="E2E8F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제작 및 프레젠테이션</a:t>
            </a:r>
          </a:p>
        </p:txBody>
      </p:sp>
      <p:sp>
        <p:nvSpPr>
          <p:cNvPr id="8" name="Google Shape;95;p14">
            <a:extLst>
              <a:ext uri="{FF2B5EF4-FFF2-40B4-BE49-F238E27FC236}">
                <a16:creationId xmlns:a16="http://schemas.microsoft.com/office/drawing/2014/main" id="{600C31FD-3BD5-4CB9-A7E7-C0CBF2C554C0}"/>
              </a:ext>
            </a:extLst>
          </p:cNvPr>
          <p:cNvSpPr txBox="1"/>
          <p:nvPr/>
        </p:nvSpPr>
        <p:spPr>
          <a:xfrm>
            <a:off x="3595229" y="356825"/>
            <a:ext cx="390590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3600" b="1" dirty="0">
                <a:solidFill>
                  <a:srgbClr val="F8FAFC"/>
                </a:solidFill>
                <a:latin typeface="Outfit"/>
                <a:sym typeface="Outfit"/>
              </a:rPr>
              <a:t>팀원 역할 분담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62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그림 13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57312" y="427830"/>
            <a:ext cx="9477375" cy="600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73B4566-AAA0-475B-9EFC-FEF53721F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3998" y="0"/>
            <a:ext cx="7724003" cy="690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7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5EED35A-B8A8-4AAF-9D28-F4F486E6F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61" y="400198"/>
            <a:ext cx="6274030" cy="58023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8DF86D3-31B4-48B4-90DA-168B5B934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552" y="400198"/>
            <a:ext cx="4657086" cy="24814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0B28F8-7D35-44D0-8AEF-9BE310BEA4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552" y="3301386"/>
            <a:ext cx="4753639" cy="269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316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그림 14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9530" y="0"/>
            <a:ext cx="6036469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4D07109-4CD8-4948-AF12-9892DBAB2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8978" y="1695430"/>
            <a:ext cx="5733492" cy="3467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그림 17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45418" y="0"/>
            <a:ext cx="9301163" cy="6750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그림 18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89186" y="0"/>
            <a:ext cx="5306814" cy="6703345"/>
          </a:xfrm>
          <a:prstGeom prst="rect">
            <a:avLst/>
          </a:prstGeom>
        </p:spPr>
      </p:pic>
      <p:pic>
        <p:nvPicPr>
          <p:cNvPr id="3" name="그림 2">
            <a:hlinkClick r:id="rId5"/>
            <a:extLst>
              <a:ext uri="{FF2B5EF4-FFF2-40B4-BE49-F238E27FC236}">
                <a16:creationId xmlns:a16="http://schemas.microsoft.com/office/drawing/2014/main" id="{2E4AFFF4-C22C-4D1C-A3BB-35B4302BF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064" y="0"/>
            <a:ext cx="3619479" cy="3754008"/>
          </a:xfrm>
          <a:prstGeom prst="rect">
            <a:avLst/>
          </a:prstGeom>
        </p:spPr>
      </p:pic>
      <p:pic>
        <p:nvPicPr>
          <p:cNvPr id="4" name="그림 3">
            <a:hlinkClick r:id="rId5"/>
            <a:extLst>
              <a:ext uri="{FF2B5EF4-FFF2-40B4-BE49-F238E27FC236}">
                <a16:creationId xmlns:a16="http://schemas.microsoft.com/office/drawing/2014/main" id="{E08990C7-47CA-4CF4-B1A2-33CED39E88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064" y="3754008"/>
            <a:ext cx="3277570" cy="29493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4352776" y="100012"/>
            <a:ext cx="366061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회의 및 개발 로그</a:t>
            </a:r>
            <a:endParaRPr/>
          </a:p>
        </p:txBody>
      </p:sp>
      <p:graphicFrame>
        <p:nvGraphicFramePr>
          <p:cNvPr id="217" name="Google Shape;217;p22"/>
          <p:cNvGraphicFramePr/>
          <p:nvPr>
            <p:extLst>
              <p:ext uri="{D42A27DB-BD31-4B8C-83A1-F6EECF244321}">
                <p14:modId xmlns:p14="http://schemas.microsoft.com/office/powerpoint/2010/main" val="599500465"/>
              </p:ext>
            </p:extLst>
          </p:nvPr>
        </p:nvGraphicFramePr>
        <p:xfrm>
          <a:off x="337608" y="2053692"/>
          <a:ext cx="5758391" cy="3660795"/>
        </p:xfrm>
        <a:graphic>
          <a:graphicData uri="http://schemas.openxmlformats.org/drawingml/2006/table">
            <a:tbl>
              <a:tblPr firstRow="1" bandRow="1">
                <a:noFill/>
                <a:tableStyleId>{EE4747C7-D433-4E06-A557-194C9D2040AC}</a:tableStyleId>
              </a:tblPr>
              <a:tblGrid>
                <a:gridCol w="1151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9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751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Issue / Topic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1" i="0" u="none" strike="noStrike" cap="none">
                          <a:solidFill>
                            <a:srgbClr val="E2E8F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Solution / Outcome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85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79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.11.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27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기술 스택 선정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학습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곡선과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생산성을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고려하여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React +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Vite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+ PWA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도입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결정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6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.11.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응답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alt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지연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사용자 경험 저하를 막기 위해 카드 셔플 애니메이션을 로딩 화면으로 활용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264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.11.</a:t>
                      </a:r>
                      <a:r>
                        <a:rPr lang="en-US" altLang="ko-KR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30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배포 최적화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이미지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에셋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압축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및 Lazy Loading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적용으로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초기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로딩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속도</a:t>
                      </a:r>
                      <a:r>
                        <a:rPr lang="en-US" sz="1500" b="0" i="0" u="none" strike="noStrike" cap="none" dirty="0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40% </a:t>
                      </a:r>
                      <a:r>
                        <a:rPr lang="en-US" sz="1500" b="0" i="0" u="none" strike="noStrike" cap="none" dirty="0" err="1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개선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31" name="그림 23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810375" y="1153710"/>
            <a:ext cx="2158441" cy="2275289"/>
          </a:xfrm>
          <a:prstGeom prst="rect">
            <a:avLst/>
          </a:prstGeom>
        </p:spPr>
      </p:pic>
      <p:pic>
        <p:nvPicPr>
          <p:cNvPr id="232" name="그림 23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17433" y="1171630"/>
            <a:ext cx="1993560" cy="2257370"/>
          </a:xfrm>
          <a:prstGeom prst="rect">
            <a:avLst/>
          </a:prstGeom>
        </p:spPr>
      </p:pic>
      <p:pic>
        <p:nvPicPr>
          <p:cNvPr id="233" name="그림 23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22281" y="3714750"/>
            <a:ext cx="4220031" cy="22196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1C264C5-7360-4EEE-BC36-296C9841A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449" y="3657598"/>
            <a:ext cx="1147101" cy="8847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74A009B-7400-4025-BD05-11F7B9E31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399" y="2372497"/>
            <a:ext cx="1270475" cy="824811"/>
          </a:xfrm>
          <a:prstGeom prst="rect">
            <a:avLst/>
          </a:prstGeom>
        </p:spPr>
      </p:pic>
      <p:pic>
        <p:nvPicPr>
          <p:cNvPr id="1028" name="Picture 4" descr="챗GPT' 가입자 5억명 돌파…3개월 새 30% 급증 &lt; 국제 &lt; 기사본문 - 뉴스웍스">
            <a:extLst>
              <a:ext uri="{FF2B5EF4-FFF2-40B4-BE49-F238E27FC236}">
                <a16:creationId xmlns:a16="http://schemas.microsoft.com/office/drawing/2014/main" id="{337D0B11-9EA5-4DC1-8093-E07362A76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448" y="2312513"/>
            <a:ext cx="890733" cy="88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2232B9E-1E58-4CCC-B357-BD1EB017DD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2" y="156706"/>
            <a:ext cx="10917174" cy="654458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A68A414-20DB-4FDA-9F24-82B1EF7D0A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488" y="528230"/>
            <a:ext cx="1171739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70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648" y="4094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305276" y="167729"/>
            <a:ext cx="1158144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서비스</a:t>
            </a:r>
            <a:r>
              <a:rPr lang="en-US" sz="36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3600" b="1" i="0" u="none" strike="noStrike" cap="none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시연</a:t>
            </a:r>
            <a:endParaRPr dirty="0"/>
          </a:p>
        </p:txBody>
      </p:sp>
      <p:sp>
        <p:nvSpPr>
          <p:cNvPr id="204" name="Google Shape;204;p21"/>
          <p:cNvSpPr txBox="1"/>
          <p:nvPr/>
        </p:nvSpPr>
        <p:spPr>
          <a:xfrm>
            <a:off x="2928937" y="1196429"/>
            <a:ext cx="63341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실제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웹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구동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화면을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주요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기능을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시연하겠습니다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pic>
        <p:nvPicPr>
          <p:cNvPr id="206" name="Google Shape;206;p21" descr="image.png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5715000" y="305663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4829175" y="4009132"/>
            <a:ext cx="25336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시연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영상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또는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전환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dirty="0"/>
          </a:p>
        </p:txBody>
      </p:sp>
      <p:pic>
        <p:nvPicPr>
          <p:cNvPr id="209" name="Google Shape;20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0725" y="6280844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305249" y="1698333"/>
            <a:ext cx="11581500" cy="138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0" b="1" dirty="0" err="1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감사합니다</a:t>
            </a:r>
            <a:endParaRPr dirty="0"/>
          </a:p>
        </p:txBody>
      </p:sp>
      <p:sp>
        <p:nvSpPr>
          <p:cNvPr id="236" name="Google Shape;236;p23"/>
          <p:cNvSpPr txBox="1"/>
          <p:nvPr/>
        </p:nvSpPr>
        <p:spPr>
          <a:xfrm>
            <a:off x="580950" y="4560094"/>
            <a:ext cx="11030100" cy="36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김 산, 이예진, 강민우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5067002" y="5293410"/>
            <a:ext cx="2057995" cy="331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35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Team GenCoder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A49DBB6-C024-447E-8309-35225689F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0" y="543697"/>
            <a:ext cx="12124519" cy="577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8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142</Words>
  <Application>Microsoft Office PowerPoint</Application>
  <PresentationFormat>와이드스크린</PresentationFormat>
  <Paragraphs>31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Noto Sans KR</vt:lpstr>
      <vt:lpstr>Outfit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DIT</cp:lastModifiedBy>
  <cp:revision>37</cp:revision>
  <dcterms:modified xsi:type="dcterms:W3CDTF">2025-12-03T04:02:06Z</dcterms:modified>
  <cp:version/>
</cp:coreProperties>
</file>